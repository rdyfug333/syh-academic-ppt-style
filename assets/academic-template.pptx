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205a3fc87d4e52" /><Relationship Type="http://schemas.openxmlformats.org/officeDocument/2006/relationships/extended-properties" Target="/docProps/app.xml" Id="R87303da94ed04baf" /><Relationship Type="http://schemas.openxmlformats.org/officeDocument/2006/relationships/officeDocument" Target="/ppt/presentation.xml" Id="R154898fd519b46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e5270618294537"/>
    <p:sldMasterId xmlns:r="http://schemas.openxmlformats.org/officeDocument/2006/relationships" id="2147483650" r:id="R86adad5e875a4b7d"/>
  </p:sldMasterIdLst>
  <p:notesMasterIdLst>
    <p:notesMasterId xmlns:r="http://schemas.openxmlformats.org/officeDocument/2006/relationships" r:id="R4740cde50061479d"/>
  </p:notesMasterIdLst>
  <p:sldIdLst>
    <p:sldId xmlns:r="http://schemas.openxmlformats.org/officeDocument/2006/relationships" id="256" r:id="Re226927b20324be4"/>
    <p:sldId xmlns:r="http://schemas.openxmlformats.org/officeDocument/2006/relationships" id="257" r:id="R0f454225670844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d08f2507fb4050" /><Relationship Type="http://schemas.openxmlformats.org/officeDocument/2006/relationships/slideMaster" Target="/ppt/slideMasters/slideMaster1.xml" Id="R90e5270618294537" /><Relationship Type="http://schemas.openxmlformats.org/officeDocument/2006/relationships/slideMaster" Target="/ppt/slideMasters/slideMaster2.xml" Id="R86adad5e875a4b7d" /><Relationship Type="http://schemas.openxmlformats.org/officeDocument/2006/relationships/notesMaster" Target="/ppt/notesMasters/notesMaster1.xml" Id="R4740cde50061479d" /><Relationship Type="http://schemas.openxmlformats.org/officeDocument/2006/relationships/presProps" Target="/ppt/presProps.xml" Id="Rc0693a83dde941fc" /><Relationship Type="http://schemas.openxmlformats.org/officeDocument/2006/relationships/tableStyles" Target="/ppt/tableStyles.xml" Id="Reb69c751332e474d" /><Relationship Type="http://schemas.openxmlformats.org/officeDocument/2006/relationships/slide" Target="/ppt/slides/slide1.xml" Id="Re226927b20324be4" /><Relationship Type="http://schemas.openxmlformats.org/officeDocument/2006/relationships/slide" Target="/ppt/slides/slide2.xml" Id="R0f454225670844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e1df8f98c8743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SYH Academic Monochrom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333333"/>
      </a:accent2>
      <a:accent3>
        <a:srgbClr val="555555"/>
      </a:accent3>
      <a:accent4>
        <a:srgbClr val="777777"/>
      </a:accent4>
      <a:accent5>
        <a:srgbClr val="999999"/>
      </a:accent5>
      <a:accent6>
        <a:srgbClr val="BBBBBB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YH Academic Monochro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146c25d94840cb" /><Relationship Type="http://schemas.openxmlformats.org/officeDocument/2006/relationships/notesMaster" Target="/ppt/notesMasters/notesMaster1.xml" Id="R61487f7ab3a34f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1f9f833b6a4b6f" /><Relationship Type="http://schemas.openxmlformats.org/officeDocument/2006/relationships/notesMaster" Target="/ppt/notesMasters/notesMaster1.xml" Id="R0ba8258502ec48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263f946d7e41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09186d548b45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7736a3aac44ffd" /><Relationship Type="http://schemas.openxmlformats.org/officeDocument/2006/relationships/slideLayout" Target="/ppt/slideLayouts/slideLayout1.xml" Id="R778eb0a8d53f400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cd8637ec2024d51" /><Relationship Type="http://schemas.openxmlformats.org/officeDocument/2006/relationships/slideLayout" Target="/ppt/slideLayouts/slideLayout2.xml" Id="Re7ad97ee6dc542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8eb0a8d53f40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YH Academic 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e7ad97ee6dc542e4"/>
  </p:sldLayoutIdLst>
</p:sldMaster>
</file>

<file path=ppt/slideMasters/theme/theme2.xml><?xml version="1.0" encoding="utf-8"?>
<a:theme xmlns:a="http://schemas.openxmlformats.org/drawingml/2006/main" name="ChatGPT">
  <a:themeElements>
    <a:clrScheme name="SYH Academic Monochrom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333333"/>
      </a:accent2>
      <a:accent3>
        <a:srgbClr val="555555"/>
      </a:accent3>
      <a:accent4>
        <a:srgbClr val="777777"/>
      </a:accent4>
      <a:accent5>
        <a:srgbClr val="999999"/>
      </a:accent5>
      <a:accent6>
        <a:srgbClr val="BBBBBB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YH Academic Monochro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SYH Academic Monochrom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333333"/>
      </a:accent2>
      <a:accent3>
        <a:srgbClr val="555555"/>
      </a:accent3>
      <a:accent4>
        <a:srgbClr val="777777"/>
      </a:accent4>
      <a:accent5>
        <a:srgbClr val="999999"/>
      </a:accent5>
      <a:accent6>
        <a:srgbClr val="BBBBBB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YH Academic Monochro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160be89162487c" /><Relationship Type="http://schemas.openxmlformats.org/officeDocument/2006/relationships/notesSlide" Target="/ppt/notesSlides/notesSlide1.xml" Id="Rff64a4bc013c46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9453fb94184356" /><Relationship Type="http://schemas.openxmlformats.org/officeDocument/2006/relationships/notesSlide" Target="/ppt/notesSlides/notesSlide2.xml" Id="R0ad8869c12334e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38387-919B-49D0-8501-F23FB247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8389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969244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F2B78-8025-4CD7-81B9-F0D214D7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2014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标题 / Title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502DA-A45B-4AD5-A4EA-26F30DC6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155680" cy="539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正文 / Body</a:t>
            </a:r>
          </a:p>
        </p:txBody>
      </p:sp>
    </p:spTree>
    <p:extLst>
      <p:ext uri="{BB962C8B-B14F-4D97-AF65-F5344CB8AC3E}">
        <p14:creationId xmlns:p14="http://schemas.microsoft.com/office/powerpoint/2010/main" val="1502196604"/>
      </p:ext>
    </p:extLst>
  </p:cSld>
</p:sld>
</file>

<file path=ppt/theme/theme1.xml><?xml version="1.0" encoding="utf-8"?>
<a:theme xmlns:a="http://schemas.openxmlformats.org/drawingml/2006/main" name="ChatGPT">
  <a:themeElements>
    <a:clrScheme name="SYH Academic Monochrom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333333"/>
      </a:accent2>
      <a:accent3>
        <a:srgbClr val="555555"/>
      </a:accent3>
      <a:accent4>
        <a:srgbClr val="777777"/>
      </a:accent4>
      <a:accent5>
        <a:srgbClr val="999999"/>
      </a:accent5>
      <a:accent6>
        <a:srgbClr val="BBBBBB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YH Academic Monochro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2026-09-22T04:11:55.7990000Z</dcterms:created>
  <dcterms:modified xsi:type="dcterms:W3CDTF">2026-09-22T04:11:55.7990000Z</dcterms:modified>
</coreProperties>
</file>